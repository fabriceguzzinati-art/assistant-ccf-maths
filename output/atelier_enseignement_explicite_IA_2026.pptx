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04A7C"/>
                </a:solidFill>
                <a:latin typeface="Open Sans"/>
              </a:rPr>
              <a:t>L’enseignement explicite augmenté par l’IA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331720"/>
            <a:ext cx="9052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36C21"/>
                </a:solidFill>
                <a:latin typeface="Open Sans"/>
              </a:rPr>
              <a:t>Comment gagner du temps tout en renforçant la différenciation pédagogique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371600"/>
            <a:ext cx="10149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Combien de temps vous faut-il pour préparer une séance complète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37744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251460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36C21"/>
                </a:solidFill>
                <a:latin typeface="Open Sans"/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8346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1h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37744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251460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36C21"/>
                </a:solidFill>
                <a:latin typeface="Open Sans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8346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2h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37744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80" y="251460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36C21"/>
                </a:solidFill>
                <a:latin typeface="Open Sans"/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8346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parfois davantage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Et si nous pouvions réduire ce temps tout en améliorant la différenciation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Objectif de l’atelier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Aujourd’hui vous allez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construire une activité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39" y="21031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26060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la différencier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créer une évaluation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59" y="21031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59" y="260604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repartir avec une ressource prête à utiliser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Les 3 usages les plus rentables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2743200" cy="1920240"/>
          </a:xfrm>
          <a:prstGeom prst="round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Préparer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743200" cy="1920240"/>
          </a:xfrm>
          <a:prstGeom prst="roundRect">
            <a:avLst/>
          </a:prstGeom>
          <a:solidFill>
            <a:srgbClr val="00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0520" y="23317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Différencier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9260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743200" cy="1920240"/>
          </a:xfrm>
          <a:prstGeom prst="round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23317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Évaluer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9260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</a:rPr>
              <a:t>Démonstration WOW n°1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" y="1951869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Prompt : “Tu es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enseignant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lycée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professionnel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.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Construis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une</a:t>
            </a:r>
            <a:endParaRPr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séance de 55 minutes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selon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les principes de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l’enseignement</a:t>
            </a:r>
            <a:endParaRPr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explicite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.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Niveau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[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classe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]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Thème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[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thème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]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Je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veux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objectif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modelage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pratique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guidée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pratique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autonome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évaluation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de</a:t>
            </a: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sortie.”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Reprends cette séance. Adapte-la pour : un élève fragile, un élève standard, un élève avancé. Conserve le même objectif.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Crée une évaluation de 15 minutes. Ajoute : sujet / corrigé / barème.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Activité des collègues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Prenez un cours que vous devez faire dans les 15 prochains jours. Objectif : créer une activité, une différenciation, une évaluation.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Mutualisation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Partageons vos productions : ce qui vous a surpris, ce que vous allez réutiliser.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Bonus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Open Sans"/>
              </a:rPr>
              <a:t>Transforme ce document en activité pédagogique.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📄  ➜  ✨ Activité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Open Sans"/>
              </a:rPr>
              <a:t>L’IA ne remplace pas l’enseignant. Elle lui rend du temps.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Ressources &amp; QR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QR vers fiche participant + QR vers ressources IA éducatives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2286000"/>
            <a:ext cx="2103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14600" y="3063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2103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3063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4552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313</Words>
  <Application>Microsoft Office PowerPoint</Application>
  <PresentationFormat>Grand écran</PresentationFormat>
  <Paragraphs>66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 guzzinati</cp:lastModifiedBy>
  <cp:revision>2</cp:revision>
  <dcterms:created xsi:type="dcterms:W3CDTF">2013-01-27T09:14:16Z</dcterms:created>
  <dcterms:modified xsi:type="dcterms:W3CDTF">2026-06-12T08:38:59Z</dcterms:modified>
  <cp:category/>
</cp:coreProperties>
</file>