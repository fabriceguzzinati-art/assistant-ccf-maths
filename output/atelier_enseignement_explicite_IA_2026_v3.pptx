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15568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0972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004A7C"/>
                </a:solidFill>
                <a:latin typeface="Open Sans"/>
              </a:rPr>
              <a:t>L’enseignement explicite augmenté par l’IA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F36C21"/>
                </a:solidFill>
                <a:latin typeface="Open Sans"/>
              </a:rPr>
              <a:t>Comment gagner du temps tout en renforçant la différenciation pédagogique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063240"/>
            <a:ext cx="457200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319272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4A7C"/>
                </a:solidFill>
                <a:latin typeface="Open Sans"/>
              </a:rPr>
              <a:t>Atelier pour enseignants de lycée professionnel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3063240"/>
            <a:ext cx="4480560" cy="96012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3319272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Open Sans"/>
              </a:rPr>
              <a:t>Gagner du temps • Différencier • Évaluer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Question d’accroche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0149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Combien de temps vous faut-il pour préparer une séance complète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116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33472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36C21"/>
                </a:solidFill>
                <a:latin typeface="Open Sans"/>
              </a:rPr>
              <a:t>1h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116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21284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4A7C"/>
                </a:solidFill>
                <a:latin typeface="Open Sans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633472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4A7C"/>
                </a:solidFill>
                <a:latin typeface="Open Sans"/>
              </a:rPr>
              <a:t>2h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59" y="20116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59" y="221284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22222"/>
                </a:solidFill>
                <a:latin typeface="Open Sans"/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199" y="2633472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Open Sans"/>
              </a:rPr>
              <a:t>Parfois davantage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069080"/>
            <a:ext cx="10058400" cy="77724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297680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Et si nous pouvions réduire ce temps tout en améliorant la différenciation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Objectif de l’atelier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Aujourd’hui vous allez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6596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0428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0">
                <a:solidFill>
                  <a:srgbClr val="F36C21"/>
                </a:solidFill>
                <a:latin typeface="Open Sans"/>
              </a:rPr>
              <a:t>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Construire une 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96596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47288" y="230428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0">
                <a:solidFill>
                  <a:srgbClr val="F36C21"/>
                </a:solidFill>
                <a:latin typeface="Open Sans"/>
              </a:rP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016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Différencier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96596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7648" y="230428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0">
                <a:solidFill>
                  <a:srgbClr val="F36C21"/>
                </a:solidFill>
                <a:latin typeface="Open Sans"/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Créer une évaluation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8007" y="196596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08007" y="230428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0">
                <a:solidFill>
                  <a:srgbClr val="F36C21"/>
                </a:solidFill>
                <a:latin typeface="Open Sans"/>
              </a:rPr>
              <a:t>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5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Repartir avec une ressource prête à utiliser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Les 3 usages les plus rentables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74519"/>
            <a:ext cx="2880360" cy="228600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Préparer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74519"/>
            <a:ext cx="2880360" cy="2286000"/>
          </a:xfrm>
          <a:prstGeom prst="roundRect">
            <a:avLst/>
          </a:prstGeom>
          <a:solidFill>
            <a:srgbClr val="004A7C"/>
          </a:solidFill>
          <a:ln>
            <a:solidFill>
              <a:srgbClr val="00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69080" y="233172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Différencier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8803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874519"/>
            <a:ext cx="2880360" cy="2286000"/>
          </a:xfrm>
          <a:prstGeom prst="roundRect">
            <a:avLst/>
          </a:prstGeom>
          <a:solidFill>
            <a:srgbClr val="8F8F8F"/>
          </a:solidFill>
          <a:ln>
            <a:solidFill>
              <a:srgbClr val="8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233172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Évaluer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8803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572000"/>
            <a:ext cx="9601200" cy="59436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4736592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Trois leviers simples pour transformer la préparation de séance.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</a:rPr>
              <a:t>Démonstration WOW n°1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10835640" cy="5074920"/>
          </a:xfrm>
          <a:prstGeom prst="roundRect">
            <a:avLst/>
          </a:prstGeom>
          <a:solidFill>
            <a:srgbClr val="083A61"/>
          </a:solidFill>
          <a:ln>
            <a:solidFill>
              <a:srgbClr val="08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Prompt :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“Tu es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enseignant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lycée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professionnel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.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Construis</a:t>
            </a:r>
            <a:r>
              <a:rPr lang="fr-FR"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une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séance de 55 minutes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selon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les principes de</a:t>
            </a: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l’enseignement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explicite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.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Niveau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[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classe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]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Thème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[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thème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]</a:t>
            </a:r>
            <a:endParaRPr lang="fr-FR" sz="1800">
              <a:solidFill>
                <a:srgbClr val="FFFFFF"/>
              </a:solidFill>
              <a:latin typeface="Open Sans"/>
            </a:endParaRPr>
          </a:p>
          <a:p>
            <a:pPr algn="l"/>
            <a:endParaRPr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Je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veux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objectif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modelage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pratique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guidée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pratique</a:t>
            </a: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autonome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évaluation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de sortie.”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828800"/>
            <a:ext cx="3611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611880" cy="41148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901952"/>
            <a:ext cx="3611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Élève fragile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Open Sans"/>
              </a:rPr>
              <a:t>Aide renforcée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3429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Open Sans"/>
              </a:rPr>
              <a:t>Adapter sans changer l’objectif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611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611880" cy="411480"/>
          </a:xfrm>
          <a:prstGeom prst="roundRect">
            <a:avLst/>
          </a:prstGeom>
          <a:solidFill>
            <a:srgbClr val="004A7C"/>
          </a:solidFill>
          <a:ln>
            <a:solidFill>
              <a:srgbClr val="00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1901952"/>
            <a:ext cx="3611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Élève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487168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Open Sans"/>
              </a:rPr>
              <a:t>Chemin classique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971800"/>
            <a:ext cx="3429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Open Sans"/>
              </a:rPr>
              <a:t>Adapter sans changer l’objectif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611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1828800"/>
            <a:ext cx="3611880" cy="411480"/>
          </a:xfrm>
          <a:prstGeom prst="roundRect">
            <a:avLst/>
          </a:prstGeom>
          <a:solidFill>
            <a:srgbClr val="8F8F8F"/>
          </a:solidFill>
          <a:ln>
            <a:solidFill>
              <a:srgbClr val="8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901952"/>
            <a:ext cx="3611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Élève avancé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487168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Open Sans"/>
              </a:rPr>
              <a:t>Défi supplémentaire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971800"/>
            <a:ext cx="3429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Open Sans"/>
              </a:rPr>
              <a:t>Adapter sans changer l’objectif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Reprends cette séance et adapte-la aux trois niveaux. Conserve le même objectif.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783080"/>
            <a:ext cx="3749039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37490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F36C21"/>
                </a:solidFill>
                <a:latin typeface="Open Sans"/>
              </a:rP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9748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Open Sans"/>
              </a:rPr>
              <a:t>Créer une évaluation de 15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783080"/>
            <a:ext cx="6355080" cy="265176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233172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Sujet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78892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24612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Barème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Un format court, lisible et réutilisable immédiatement.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Activité des collègues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554480"/>
            <a:ext cx="10378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01168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Prenez un cours que vous devez faire dans les 15 prochains jours.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51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222222"/>
                </a:solidFill>
                <a:latin typeface="Open Sans"/>
              </a:rPr>
              <a:t>Objectif : créer une activité, une différenciation, une évaluation.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383280"/>
            <a:ext cx="9875520" cy="123444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767328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Espace de travail libre / prise de notes / brouillon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Mutualisation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228600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Partageons vos productions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88036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ce qui vous a surpris, ce que vous allez réutiliser.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657600"/>
            <a:ext cx="9692640" cy="822960"/>
          </a:xfrm>
          <a:prstGeom prst="roundRect">
            <a:avLst/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3931920"/>
            <a:ext cx="9326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4A7C"/>
                </a:solidFill>
                <a:latin typeface="Open Sans"/>
              </a:rPr>
              <a:t>Espace pour captures ou retours oraux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Bonus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28800"/>
            <a:ext cx="4114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359152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4A7C"/>
                </a:solidFill>
                <a:latin typeface="Open Sans"/>
              </a:rPr>
              <a:t>📄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269748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36C21"/>
                </a:solidFill>
                <a:latin typeface="Open Sans"/>
              </a:rPr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4800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2359152"/>
            <a:ext cx="4800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36C21"/>
                </a:solidFill>
                <a:latin typeface="Open Sans"/>
              </a:rPr>
              <a:t>✨ Activité pédagogique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222222"/>
                </a:solidFill>
                <a:latin typeface="Open Sans"/>
              </a:rPr>
              <a:t>Transforme ce document en activité pédagogique.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Open Sans"/>
              </a:rPr>
              <a:t>L’IA ne remplace pas l’enseignant.
Elle lui rend du temps.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4160520"/>
            <a:ext cx="6583680" cy="54864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360" y="4325112"/>
            <a:ext cx="6309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Le temps gagné devient du temps pédagogique.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Ressources &amp; QR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QR vers fiche participant + QR vers ressources IA éducatives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2103120"/>
            <a:ext cx="26517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14600" y="2423160"/>
            <a:ext cx="1920240" cy="192024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288036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48920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Open Sans"/>
              </a:rPr>
              <a:t>Fiche participant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2103120"/>
            <a:ext cx="26517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0920" y="2423160"/>
            <a:ext cx="1920240" cy="192024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288036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8920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Open Sans"/>
              </a:rPr>
              <a:t>Ressources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386</Words>
  <Application>Microsoft Office PowerPoint</Application>
  <PresentationFormat>Grand écran</PresentationFormat>
  <Paragraphs>95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 guzzinati</cp:lastModifiedBy>
  <cp:revision>2</cp:revision>
  <dcterms:created xsi:type="dcterms:W3CDTF">2013-01-27T09:14:16Z</dcterms:created>
  <dcterms:modified xsi:type="dcterms:W3CDTF">2026-06-12T08:53:51Z</dcterms:modified>
  <cp:category/>
</cp:coreProperties>
</file>